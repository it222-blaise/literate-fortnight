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0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23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9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4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3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29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4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2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3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2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19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0395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7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42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87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19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4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9B739A7-5602-41E6-8046-882ED05C5213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76572-4BC4-416A-B0DB-1E05BCD1E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17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5C0D-2039-6420-1DBC-A0CDBB787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88B9D-6A75-B8A3-1F12-BD04A1A905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 a flowchart and pseudo code</a:t>
            </a:r>
          </a:p>
        </p:txBody>
      </p:sp>
    </p:spTree>
    <p:extLst>
      <p:ext uri="{BB962C8B-B14F-4D97-AF65-F5344CB8AC3E}">
        <p14:creationId xmlns:p14="http://schemas.microsoft.com/office/powerpoint/2010/main" val="4161231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8841A-F0A3-4931-0213-E9DC09E84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68487"/>
            <a:ext cx="8825659" cy="3051313"/>
          </a:xfrm>
        </p:spPr>
        <p:txBody>
          <a:bodyPr>
            <a:normAutofit/>
          </a:bodyPr>
          <a:lstStyle/>
          <a:p>
            <a:r>
              <a:rPr lang="en-US" sz="4000" dirty="0"/>
              <a:t>We want to create a flow char/pseudo  code that prints out double the number of the inputted value.</a:t>
            </a:r>
          </a:p>
        </p:txBody>
      </p:sp>
    </p:spTree>
    <p:extLst>
      <p:ext uri="{BB962C8B-B14F-4D97-AF65-F5344CB8AC3E}">
        <p14:creationId xmlns:p14="http://schemas.microsoft.com/office/powerpoint/2010/main" val="170533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66D3-325E-14C6-05D6-D675DA8D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5144-A038-5170-147C-EEF43470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A2D12-E759-F5D9-6A9B-C69831E37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68487"/>
            <a:ext cx="8825659" cy="3051313"/>
          </a:xfrm>
        </p:spPr>
        <p:txBody>
          <a:bodyPr>
            <a:normAutofit/>
          </a:bodyPr>
          <a:lstStyle/>
          <a:p>
            <a:r>
              <a:rPr lang="en-US" sz="4000" dirty="0"/>
              <a:t>We want to create a flow char/pseudo  code that convert the length in feet to centimeter.</a:t>
            </a:r>
          </a:p>
        </p:txBody>
      </p:sp>
    </p:spTree>
    <p:extLst>
      <p:ext uri="{BB962C8B-B14F-4D97-AF65-F5344CB8AC3E}">
        <p14:creationId xmlns:p14="http://schemas.microsoft.com/office/powerpoint/2010/main" val="845191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8841A-F0A3-4931-0213-E9DC09E84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68487"/>
            <a:ext cx="8825659" cy="3051313"/>
          </a:xfrm>
        </p:spPr>
        <p:txBody>
          <a:bodyPr>
            <a:normAutofit/>
          </a:bodyPr>
          <a:lstStyle/>
          <a:p>
            <a:r>
              <a:rPr lang="en-US" sz="4000" dirty="0"/>
              <a:t>We want to create a flow char/pseudo  code that reads in a number, and checks if it is odd or even.</a:t>
            </a:r>
          </a:p>
        </p:txBody>
      </p:sp>
    </p:spTree>
    <p:extLst>
      <p:ext uri="{BB962C8B-B14F-4D97-AF65-F5344CB8AC3E}">
        <p14:creationId xmlns:p14="http://schemas.microsoft.com/office/powerpoint/2010/main" val="112547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8841A-F0A3-4931-0213-E9DC09E84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68487"/>
            <a:ext cx="8825659" cy="3051313"/>
          </a:xfrm>
        </p:spPr>
        <p:txBody>
          <a:bodyPr>
            <a:normAutofit/>
          </a:bodyPr>
          <a:lstStyle/>
          <a:p>
            <a:r>
              <a:rPr lang="en-US" sz="4000" dirty="0"/>
              <a:t>We want to create a flow char/pseudo  code that prints out the biggest of three inputted numbers</a:t>
            </a:r>
          </a:p>
        </p:txBody>
      </p:sp>
    </p:spTree>
    <p:extLst>
      <p:ext uri="{BB962C8B-B14F-4D97-AF65-F5344CB8AC3E}">
        <p14:creationId xmlns:p14="http://schemas.microsoft.com/office/powerpoint/2010/main" val="128131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8841A-F0A3-4931-0213-E9DC09E84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68487"/>
            <a:ext cx="8825659" cy="3051313"/>
          </a:xfrm>
        </p:spPr>
        <p:txBody>
          <a:bodyPr>
            <a:normAutofit fontScale="92500" lnSpcReduction="20000"/>
          </a:bodyPr>
          <a:lstStyle/>
          <a:p>
            <a:r>
              <a:rPr lang="en-US" sz="4000" dirty="0"/>
              <a:t>We want to create a flow char/pseudo  code that prints out the word “</a:t>
            </a:r>
            <a:r>
              <a:rPr lang="en-US" sz="4000" dirty="0" err="1"/>
              <a:t>Honour</a:t>
            </a:r>
            <a:r>
              <a:rPr lang="en-US" sz="4000" dirty="0"/>
              <a:t>” if the number input is 70, if the number is less than 40 print out the word “Fail”, otherwise print out the word “Pass”.</a:t>
            </a:r>
          </a:p>
        </p:txBody>
      </p:sp>
    </p:spTree>
    <p:extLst>
      <p:ext uri="{BB962C8B-B14F-4D97-AF65-F5344CB8AC3E}">
        <p14:creationId xmlns:p14="http://schemas.microsoft.com/office/powerpoint/2010/main" val="375053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8841A-F0A3-4931-0213-E9DC09E84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68487"/>
            <a:ext cx="8825659" cy="3051313"/>
          </a:xfrm>
        </p:spPr>
        <p:txBody>
          <a:bodyPr>
            <a:normAutofit/>
          </a:bodyPr>
          <a:lstStyle/>
          <a:p>
            <a:r>
              <a:rPr lang="en-US" sz="4000" dirty="0"/>
              <a:t>We want to create a flow char/pseudo  code that prints out the average value of five numbers input in</a:t>
            </a:r>
          </a:p>
        </p:txBody>
      </p:sp>
    </p:spTree>
    <p:extLst>
      <p:ext uri="{BB962C8B-B14F-4D97-AF65-F5344CB8AC3E}">
        <p14:creationId xmlns:p14="http://schemas.microsoft.com/office/powerpoint/2010/main" val="251642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BA938-65E6-ABA3-4EA2-AE24D89FD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250" y="2149792"/>
            <a:ext cx="8149066" cy="423298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592B17-2F69-DF47-A3FA-1ED0DA9B8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702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24940"/>
            <a:ext cx="8825659" cy="1981200"/>
          </a:xfrm>
        </p:spPr>
        <p:txBody>
          <a:bodyPr/>
          <a:lstStyle/>
          <a:p>
            <a:pPr algn="ctr"/>
            <a:r>
              <a:rPr lang="en-US" dirty="0"/>
              <a:t>PROBLEM 8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E9EBA0-EED7-4729-3756-6C6B57B3D02B}"/>
              </a:ext>
            </a:extLst>
          </p:cNvPr>
          <p:cNvSpPr txBox="1">
            <a:spLocks/>
          </p:cNvSpPr>
          <p:nvPr/>
        </p:nvSpPr>
        <p:spPr>
          <a:xfrm>
            <a:off x="1431710" y="2627243"/>
            <a:ext cx="8825659" cy="305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4000" dirty="0"/>
              <a:t>Write an algorithm that reads two values determines the largest value and prints the largest value with an identifying message</a:t>
            </a:r>
          </a:p>
        </p:txBody>
      </p:sp>
    </p:spTree>
    <p:extLst>
      <p:ext uri="{BB962C8B-B14F-4D97-AF65-F5344CB8AC3E}">
        <p14:creationId xmlns:p14="http://schemas.microsoft.com/office/powerpoint/2010/main" val="2012272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24940"/>
            <a:ext cx="8825659" cy="1981200"/>
          </a:xfrm>
        </p:spPr>
        <p:txBody>
          <a:bodyPr/>
          <a:lstStyle/>
          <a:p>
            <a:pPr algn="ctr"/>
            <a:r>
              <a:rPr lang="en-US" dirty="0"/>
              <a:t>PROBLEM 9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E9EBA0-EED7-4729-3756-6C6B57B3D02B}"/>
              </a:ext>
            </a:extLst>
          </p:cNvPr>
          <p:cNvSpPr txBox="1">
            <a:spLocks/>
          </p:cNvSpPr>
          <p:nvPr/>
        </p:nvSpPr>
        <p:spPr>
          <a:xfrm>
            <a:off x="1431710" y="2627243"/>
            <a:ext cx="8825659" cy="305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4000" dirty="0"/>
              <a:t>Write a algorithm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4000" dirty="0"/>
              <a:t>Read an employee name(NAME). Overtime hours worked (OVERTIME), hours absent(ABSENT) and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4000" dirty="0"/>
              <a:t>Determine the bonus payment (PAYMENT)</a:t>
            </a:r>
          </a:p>
        </p:txBody>
      </p:sp>
    </p:spTree>
    <p:extLst>
      <p:ext uri="{BB962C8B-B14F-4D97-AF65-F5344CB8AC3E}">
        <p14:creationId xmlns:p14="http://schemas.microsoft.com/office/powerpoint/2010/main" val="2743538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24940"/>
            <a:ext cx="8825659" cy="1981200"/>
          </a:xfrm>
        </p:spPr>
        <p:txBody>
          <a:bodyPr/>
          <a:lstStyle/>
          <a:p>
            <a:pPr algn="ctr"/>
            <a:r>
              <a:rPr lang="en-US" dirty="0"/>
              <a:t>PROBLEM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AE135-A2FB-5A0D-13D8-0F71C0A21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387" y="2415540"/>
            <a:ext cx="7413307" cy="394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09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C973-A2A6-A5DC-1991-4CA9CE25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24940"/>
            <a:ext cx="8825659" cy="1981200"/>
          </a:xfrm>
        </p:spPr>
        <p:txBody>
          <a:bodyPr/>
          <a:lstStyle/>
          <a:p>
            <a:pPr algn="ctr"/>
            <a:r>
              <a:rPr lang="en-US" dirty="0"/>
              <a:t>PROBLEM 10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E9EBA0-EED7-4729-3756-6C6B57B3D02B}"/>
              </a:ext>
            </a:extLst>
          </p:cNvPr>
          <p:cNvSpPr txBox="1">
            <a:spLocks/>
          </p:cNvSpPr>
          <p:nvPr/>
        </p:nvSpPr>
        <p:spPr>
          <a:xfrm>
            <a:off x="1431710" y="2627243"/>
            <a:ext cx="8825659" cy="305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4000" dirty="0"/>
              <a:t>Express an algorithm to get two numbers from the user (dividend and divisor), testing to make sure that the divisor number is not zero, and displaying their quotient using a flowchart</a:t>
            </a:r>
          </a:p>
        </p:txBody>
      </p:sp>
    </p:spTree>
    <p:extLst>
      <p:ext uri="{BB962C8B-B14F-4D97-AF65-F5344CB8AC3E}">
        <p14:creationId xmlns:p14="http://schemas.microsoft.com/office/powerpoint/2010/main" val="324588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265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ACTIVITY 1</vt:lpstr>
      <vt:lpstr>PROBLEM 1</vt:lpstr>
      <vt:lpstr>PROBLEM 2</vt:lpstr>
      <vt:lpstr>PROBLEM 3</vt:lpstr>
      <vt:lpstr>PROBLEM 4</vt:lpstr>
      <vt:lpstr>PROBLEM 5</vt:lpstr>
      <vt:lpstr>PROBLEM 6</vt:lpstr>
      <vt:lpstr>PROBLEM 7</vt:lpstr>
      <vt:lpstr>PROBLEM 8</vt:lpstr>
      <vt:lpstr>PROBLEM 9</vt:lpstr>
      <vt:lpstr>PROBLEM 9</vt:lpstr>
      <vt:lpstr>PROBLEM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1</dc:title>
  <dc:creator>aivan juson</dc:creator>
  <cp:lastModifiedBy>CL3</cp:lastModifiedBy>
  <cp:revision>2</cp:revision>
  <dcterms:created xsi:type="dcterms:W3CDTF">2024-01-27T07:09:34Z</dcterms:created>
  <dcterms:modified xsi:type="dcterms:W3CDTF">2025-02-05T09:50:03Z</dcterms:modified>
</cp:coreProperties>
</file>